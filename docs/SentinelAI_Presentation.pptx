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one system - three engines (flows, texts, files) + anomaly detection + a learned response policy + an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matters + who uses it (analysts, network &amp; mail ops).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mandatory + all advanced components in one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Defensible source story: 2 real sources + documented generated data + live feed download.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wants WHY - each bullet has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cross-validation + tuning - shows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one event end-to-end during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SentinelAI - AI Cybersecurity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Threat Detection &amp; Response Platform</a:t>
            </a:r>
          </a:p>
          <a:p>
            <a:r>
              <a:t>Mohammed Moneer Al-absi  |  ID: 2023050086  |  Section: Cybersecurity (CS)</a:t>
            </a:r>
          </a:p>
          <a:p>
            <a:r>
              <a:t>Supervisor: Eng. Sondos Saif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SOC teams face thousands of heterogeneous events per day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Signatures miss zero-day behaviour; manual triage is slow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The RESPONSE decision (monitor / alert / block / isolate) is left to overworked analysts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Wrong decisions: FN = breach, FP = business disruption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Goal: ONE AI system that detects AND decides AND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System at a Glance (Level 3 - Expert)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Supervised: 6 classifiers on 25k network flows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Unsupervised: K-Means + DBSCAN + Isolation Forest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Deep Learning: MLP compared vs classic ML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NLP: spam/phishing on REAL UCI data (5,572 msgs)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Computer Vision: CNN malware families (byte-plots)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Reinforcement Learning: from-scratch Q-Learning policy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AI Agent: routing + risk fusion + decisions +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Data Collection (Stage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da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24251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Network flows: 25,200 rows, 16 features, 5 classes (imbalanced)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Generated with documented per-class statistical models (seeded, reproducible)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Imperfections injected on purpose: duplicates, missing values, impossible values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Spam texts: REAL - UCI SMS Spam Collection (5,572 messages)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Malware images: 720 byte-plots, 4 families (Nataraj 2011 style)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Threat-intel feed: REAL - 18k+ malware domains downloaded over HTTPS (web/network programming)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Preprocessing (Stage 3) - every step justified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eprocess_featur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25130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Removed 178 duplicates (bias removal)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Median imputation of missing values (robust to skew)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One-hot 'protocol'; label-encoded target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log1p on skewed byte/packet counters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StandardScaler fitted on TRAIN only (no leakage)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SelectKBest kept 12 / 17 features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Stratified 80/20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Supervised Learning - RandomForest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upervised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17841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Best: RandomForest - accuracy 99.8%, macro-F1 99.7%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Linear models ~93% - class overlap is real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Tree ensembles handle non-linear boundaries + interactions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SVM fitted on 10k subsample (O(n^2) cost) - documented trade-off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5-fold CV validates stability (99.7% ± 0.0007)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GridSearchCV tuning: {'max_depth': 22, 'n_estimators': 200}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Evaluation (Stage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upervised_cm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3355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Confusion matrix + accuracy/precision/recall/F1 (macro+weighted)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DDoS &amp; PortScan: perfect (distinctive signatures)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FP: benign IT/SSH sessions read as BruteForce (6 cases)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FN: Botnet/BruteForce hiding in benign-like patterns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FN is the expensive error in a SOC -&gt; recall prioritized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ROC AUC ~1.0 for all classes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Unsupervised Learning (Stage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unsup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15673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K-Means: k=4 chosen by silhouette; purity 76.7%, ARI 0.46 WITHOUT labels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Hierarchical (Ward): dendrogram confirms the same structure (ARI 0.47)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DBSCAN: 2 clusters + 0.0% noise on PCA subspace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Isolation Forest trained on BENIGN only (one-class)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Anomaly detection: precision 94.8%, recall 61.4%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Supervised = WHICH attack? Unsupervised = is it UNUSUAL?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Deep Learning - MLP (Stage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l_vs_tra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17841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12 -&gt; 64 -&gt; 32 -&gt; 5 MLP (3,077 params), Adam + early stopping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Accuracy 98.5%, macro-F1 98.2%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vs RandomForest 99.7% - ensembles win on small tabular data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Honest comparison, as required - and explained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NLP on Real Data (Stage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nlp_top_spam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2475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UCI SMS Spam: 5,572 real messages (13.4% spam)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Pipeline: lowercase, URL/EMAIL/NUM masking, stop-words, stemming, TF-IDF (1-2 grams)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Logistic Regression: acc 97.9%, F1 91.8%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LSTM sequence model: F1 94.4% - word ORDER adds signal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Learned spam words: free, claim, txt, win, urgent...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Weak spot: recall - 'polite' spam looks like ham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Computer Vision - CNN (Stage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v_cnn_vs_h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24503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Malware byte-plots: 48x48 grayscale, 4 families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Conv(32) -&gt; Conv(64) -&gt; Dense(128) -&gt; Softmax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Test accuracy 100.0% on 144 unseen images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Traditional baseline (HOG+SVM): 100.0% - both saturate this task; CNN scales better on real corpora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Noise/brightness/occlusion injected -&gt; model must generalize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Reinforcement Learning (Stage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l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20352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Q-Learning implemented FROM SCRATCH (no RL library)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18 states (threat x confidence x criticality) x 4 actions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Reward = SOC cost model: missed attack -8, blocking benign -3...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Q[s,a] += alpha*(r + gamma*max Q[s',a'] - Q[s,a])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Learned policy avg reward 2.33 vs AlwaysBlock 1.00, AlwaysMonitor -3.67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It learned from REWARDS, not labels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The Agent (Stage 11) - SentinelAgent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1. Receives event (flow / message / file image)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2. ROUTES to the right engine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3. Prediction + confidence + anomaly second opinion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4. Threat-intel IOC enrichment (18k real blacklisted domains)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5. Fuses a 0-100 risk score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6. RL policy decides: Monitor / Alert / Block / Isolate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7. Writes incidents + security report + recommendations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Demo: 27 events -&gt; {'Monitor': 14, 'Isolate_Host': 7, 'Alert_Analyst': 4, 'Block_IP': 2}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Sample Agent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l_qtabl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931920" cy="4246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DDoS flow, high confidence, critical server -&gt; Isolate_Host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Benign web session -&gt; Monitor (no analyst time wasted)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Spam message with p(spam)=0.97 -&gt; Block sender + purge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Message judged 'ham' by the model BUT matched a real blacklisted domain (IOC) -&gt; isolated anyway - layered defense!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All decisions + Q-values saved to results/predictions/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Supervised (RandomForest): 99.8% accuracy / 99.7% macro-F1 (5-fold CV validated)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MLP: 98.5% (compared honestly)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NLP: LSTM F1 94.4% beats TF-IDF 91.8% (real data)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CNN: 100.0% (vs HOG+SVM 100.0%)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Isolation Forest: precision 94.8%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RL policy beats all baselines (2.33 avg reward)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15/15 automated tests pass; full reproducible pipeline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Real captured traffic (CICIDS2017) + real Malimg corpus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LSTM / transformer text models for higher spam recall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SHAP explainability for every agent decision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Continual learning for evolving 'normal'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Multi-agent RL (network + mail + endpoint responders)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Streaming deployment with analyst feedback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Complete AI workflow on one coherent security problem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Every mandatory + every advanced component implemented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Every preprocessing step and algorithm justified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Errors analysed (FP/FN) - not hidden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The AI output directly supports response decisions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